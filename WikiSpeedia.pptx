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68a312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68a312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68a3120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68a3120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e68a31208_4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e68a31208_4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e68a31208_4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e68a31208_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e68a31208_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e68a31208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e68a31208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e68a31208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e68a3120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e68a3120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e68a31208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e68a31208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e68a31208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e68a31208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ec900ad3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ec900ad3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lab.epfl.ch/wikispeedia/play/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Wikispeedia Network Analysis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Elijah DiFuria, Kian </a:t>
            </a:r>
            <a:r>
              <a:rPr lang="en"/>
              <a:t>Jadbabaei</a:t>
            </a:r>
            <a:r>
              <a:rPr lang="en"/>
              <a:t>, Harrison Funk, Jayden Gould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Wikispeedia?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Wikispeedia is an online game where users attempt to navigate from one Wikipedia article to another using only hyperlinks embedded in the articles.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goal is to start from Article A and finish at Article B in as fewest clicks as possible.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model it as a directed network articles are nodes and hyperlinks are edges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particular dataset uses a smaller version of Wikipedia with only </a:t>
            </a:r>
            <a:r>
              <a:rPr lang="en"/>
              <a:t>4,592 nodes (articles) and 119,000+ edges (hyperlinks)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38500" y="12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</a:t>
            </a:r>
            <a:r>
              <a:rPr lang="en"/>
              <a:t> Structure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38500" y="69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Diameter = 9, average path length = 3.18 → small-world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Reciprocity = 0.221 → 22% of links are mutual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Clustering coefficient = 0.103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In-degree is heavy-tailed: a few mega-hubs, most articles barely linked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out-degree distribution is somewhat less skewed, since the number of outgoing links depends more on how detailed an article is.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225" y="2708225"/>
            <a:ext cx="5123900" cy="24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Visualizations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sampled 4 random subgraphs of 200 nodes each from the full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are colored by Wikipedia category and sized proportionally to their degree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layout algorithms used for each subgraph: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Fruchterman-Reingold</a:t>
            </a:r>
            <a:r>
              <a:rPr lang="en"/>
              <a:t>:</a:t>
            </a:r>
            <a:r>
              <a:rPr lang="en"/>
              <a:t> force-directed, pulls high-degree hubs to the center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Kamada-Kawai</a:t>
            </a:r>
            <a:r>
              <a:rPr lang="en"/>
              <a:t>:</a:t>
            </a:r>
            <a:r>
              <a:rPr lang="en"/>
              <a:t> positions nodes so graph distances match geometric distances (# of clicks)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Circular</a:t>
            </a:r>
            <a:r>
              <a:rPr lang="en"/>
              <a:t>:</a:t>
            </a:r>
            <a:r>
              <a:rPr lang="en"/>
              <a:t> arranges all nodes in a ring, making edge density easy to see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Across all layouts: well-connected hub nodes cluster at the center, low-degree nodes pushed to the periphery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Circular layout makes it clear edges are not evenly distributed, some regions are far more densely connected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Visualizations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0" l="8599" r="7915" t="0"/>
          <a:stretch/>
        </p:blipFill>
        <p:spPr>
          <a:xfrm>
            <a:off x="3024313" y="1481088"/>
            <a:ext cx="3003775" cy="366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6575" y="1393675"/>
            <a:ext cx="3288400" cy="374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063" y="1735538"/>
            <a:ext cx="2889275" cy="3402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6650" y="74275"/>
            <a:ext cx="2751326" cy="15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Influential article: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6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“United_States” article is the most central article in the Network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Degree (popularity):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1,551 incoming links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Most linked-to article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Betweenness (Bridge role):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Appears on the largest number of shortest paths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Connects many different topics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Eigenvector Centrality (influence)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Score = 1.000 (highest possible)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Linked by other important articles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articles are only 2-3 clicks away from the United States 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Average distance is 2.48</a:t>
            </a:r>
            <a:endParaRPr/>
          </a:p>
        </p:txBody>
      </p:sp>
      <p:pic>
        <p:nvPicPr>
          <p:cNvPr id="90" name="Google Shape;90;p18" title="Screenshot 2026-03-10 at 4.49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624" y="2192475"/>
            <a:ext cx="3632124" cy="215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Detection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4383600" cy="3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three different community detection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Louvain has the highest modularity, making it our best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evidence because </a:t>
            </a:r>
            <a:r>
              <a:rPr lang="en"/>
              <a:t>algorithms</a:t>
            </a:r>
            <a:r>
              <a:rPr lang="en"/>
              <a:t> have similar </a:t>
            </a:r>
            <a:r>
              <a:rPr lang="en"/>
              <a:t>communities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Pre-made Categories tend to be in the same Communities.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300" y="348450"/>
            <a:ext cx="4562100" cy="1484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1900" y="3064675"/>
            <a:ext cx="4562100" cy="1263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Detection </a:t>
            </a:r>
            <a:r>
              <a:rPr lang="en"/>
              <a:t>Visualization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25" y="1225701"/>
            <a:ext cx="8753576" cy="381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Validation: </a:t>
            </a:r>
            <a:r>
              <a:rPr lang="en" sz="1800">
                <a:solidFill>
                  <a:schemeClr val="dk2"/>
                </a:solidFill>
              </a:rPr>
              <a:t>Is the </a:t>
            </a:r>
            <a:r>
              <a:rPr lang="en" sz="1800">
                <a:solidFill>
                  <a:schemeClr val="dk2"/>
                </a:solidFill>
              </a:rPr>
              <a:t>community </a:t>
            </a:r>
            <a:r>
              <a:rPr lang="en" sz="1800">
                <a:solidFill>
                  <a:schemeClr val="dk2"/>
                </a:solidFill>
              </a:rPr>
              <a:t>structure real or just random wiring?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77225" y="1193675"/>
            <a:ext cx="4053600" cy="34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Methodology: Compared our Louvain communities against 1,000 randomly wired networks.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Results: Our network's modularity (Q=0.3722) vastly outperformed the random distribution (p≈0).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Conclusion: The network’s community structure have real underlying organization with Wikipedia's categories and are not just random chance.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3">
            <a:alphaModFix/>
          </a:blip>
          <a:srcRect b="0" l="0" r="9991" t="0"/>
          <a:stretch/>
        </p:blipFill>
        <p:spPr>
          <a:xfrm>
            <a:off x="4130825" y="1230875"/>
            <a:ext cx="501317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Conclusion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8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Findings: Network Structure and Centrality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network has a short diameter of 9 and an average path length of 3.18 which explains why Wikispeedia is easily played.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About 22.1% of hyperlinks are mutual which shows a lot of cross-referencing between related articles.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and centrality metrics show that a small core of broad topics act as major hubs while a few high </a:t>
            </a:r>
            <a:r>
              <a:rPr lang="en"/>
              <a:t>betweenness</a:t>
            </a:r>
            <a:r>
              <a:rPr lang="en"/>
              <a:t> edges act as bridges between different categories.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Detection &amp; Significance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Our three algorithms </a:t>
            </a:r>
            <a:r>
              <a:rPr lang="en"/>
              <a:t>consistently</a:t>
            </a:r>
            <a:r>
              <a:rPr lang="en"/>
              <a:t> found communities that aligned with the actual Wikipedia subject categories.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Our Monte Carlo null model test of 1,000 random graphs confirmed that the observed community structure is highly significant and not just by chance (Q = 0.3722, p = 0).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Direction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Next step would be to incorporate actual player data to build a weighted network and shift the focus from static hyperlinks to actual human navigation behavior.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/>
        </p:nvSpPr>
        <p:spPr>
          <a:xfrm>
            <a:off x="-12" y="0"/>
            <a:ext cx="1803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wikispeedia game link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3" name="Google Shape;123;p23"/>
          <p:cNvPicPr preferRelativeResize="0"/>
          <p:nvPr/>
        </p:nvPicPr>
        <p:blipFill rotWithShape="1">
          <a:blip r:embed="rId4">
            <a:alphaModFix/>
          </a:blip>
          <a:srcRect b="0" l="0" r="2277" t="0"/>
          <a:stretch/>
        </p:blipFill>
        <p:spPr>
          <a:xfrm>
            <a:off x="2278775" y="152400"/>
            <a:ext cx="4586450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5000">
        <p14:prism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